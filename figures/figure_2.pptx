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E836D-3BAC-E367-3898-4F4A2DAA28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6EAB6-6959-8AF9-ABAB-535D5341D3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EF057-2B61-2858-4BD1-BFC681E1C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359EF-97D3-4CBF-B56E-D2EC8F2A80CB}" type="datetimeFigureOut">
              <a:rPr lang="de-AT" smtClean="0"/>
              <a:t>05.05.2026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E6A7D-1484-BA17-F806-09E187E72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3A3C3-F11C-8DBD-E8B2-6067D5E21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C048-A73D-4325-BC13-263E23057C7B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19090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D0CF4-DFEC-3210-C408-92169BE3C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86C96-7E61-0AA2-8BCB-D7D63FC03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F68AE-5061-A271-BB55-47CE4DEB2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359EF-97D3-4CBF-B56E-D2EC8F2A80CB}" type="datetimeFigureOut">
              <a:rPr lang="de-AT" smtClean="0"/>
              <a:t>05.05.2026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91785-BECD-079D-EB4C-3F7802211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75A59-C94E-8F74-FE30-0F31A31E3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C048-A73D-4325-BC13-263E23057C7B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66591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F77EB-D214-E9C0-6927-0BD01C31D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88F90-D7A2-57DB-59A5-7B328519B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1803A-38EF-129D-34B5-5773D9933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359EF-97D3-4CBF-B56E-D2EC8F2A80CB}" type="datetimeFigureOut">
              <a:rPr lang="de-AT" smtClean="0"/>
              <a:t>05.05.2026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3BC12-882D-A807-DFB8-6B103E517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97A73-5697-6B2C-300A-C989238C5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C048-A73D-4325-BC13-263E23057C7B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61753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41988-92A4-3AEA-EAA4-86C5A96B5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C45EC-3BB9-82BD-E931-1D1D149B88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2553A4-D1F8-CC83-D874-5E2B99579E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FFEC76-776E-B98E-D50F-6B4B41AB9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359EF-97D3-4CBF-B56E-D2EC8F2A80CB}" type="datetimeFigureOut">
              <a:rPr lang="de-AT" smtClean="0"/>
              <a:t>05.05.2026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A2476-E735-7A6A-BF94-49F2F22A7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DF7C9B-9C9D-0EAE-CDFC-B48FEDB8F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C048-A73D-4325-BC13-263E23057C7B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94180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F1D5C-4340-6865-44E0-F3DFA0980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AAA42F-36EF-E5CA-35C3-78B96512BC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CD1496-05A0-748C-B789-3835D8C160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3361C9-FBCE-B634-F1A1-D018071697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30D284-A440-7125-74F1-C6BC1C4737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9B8C45-87EB-A9B3-7359-A013214B1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359EF-97D3-4CBF-B56E-D2EC8F2A80CB}" type="datetimeFigureOut">
              <a:rPr lang="de-AT" smtClean="0"/>
              <a:t>05.05.2026</a:t>
            </a:fld>
            <a:endParaRPr lang="de-A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F5C7C9-57C6-7031-D043-FABD9FA0E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484759-817B-1194-F967-DC2C5433D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C048-A73D-4325-BC13-263E23057C7B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28201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B49EF-A38B-D94A-17AD-40258C34E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92756-09C7-57B7-37EC-6C62DA95E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359EF-97D3-4CBF-B56E-D2EC8F2A80CB}" type="datetimeFigureOut">
              <a:rPr lang="de-AT" smtClean="0"/>
              <a:t>05.05.2026</a:t>
            </a:fld>
            <a:endParaRPr lang="de-A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BB1C62-78B0-13F8-751A-A85309A65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A92FA4-3879-369A-4A36-2DF6F2154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C048-A73D-4325-BC13-263E23057C7B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35656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5A35E0-685D-7A4C-1BF4-6CF17F028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359EF-97D3-4CBF-B56E-D2EC8F2A80CB}" type="datetimeFigureOut">
              <a:rPr lang="de-AT" smtClean="0"/>
              <a:t>05.05.2026</a:t>
            </a:fld>
            <a:endParaRPr lang="de-A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BA45D2-3B02-103C-96EF-435B987E9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99F11-FE4E-9ACD-7E5F-2CD8C9754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C048-A73D-4325-BC13-263E23057C7B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38768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2D989-E53B-6256-BC48-E51A2097E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378F8-BCA1-919F-E725-542BE625C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62E06D-0080-6F06-2F9C-7E89712B4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D98AD-AE8E-2980-F98A-568A56DFC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359EF-97D3-4CBF-B56E-D2EC8F2A80CB}" type="datetimeFigureOut">
              <a:rPr lang="de-AT" smtClean="0"/>
              <a:t>05.05.2026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4880FE-7C7A-5321-7963-27F588875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995050-C704-C593-5515-09A4AF93B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C048-A73D-4325-BC13-263E23057C7B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96876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37BBA-A04C-916E-27F8-432B3836D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393FBC-32BB-E65E-4A09-B581A835B3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4FACAE-A231-8A94-0494-EC46F95149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F1F59-5A5B-4B71-23B2-B969F5E87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359EF-97D3-4CBF-B56E-D2EC8F2A80CB}" type="datetimeFigureOut">
              <a:rPr lang="de-AT" smtClean="0"/>
              <a:t>05.05.2026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BBC17E-F23D-1BE6-04BC-B8553C99A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3219B-A261-6279-9790-2B46459AD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C048-A73D-4325-BC13-263E23057C7B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12548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9337D-2831-FE43-34FE-D0E047D4B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131566-6467-A0C5-EF4D-7E73BFAD9B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C1E83-A1C5-A1B5-CBFF-704A1A8D7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359EF-97D3-4CBF-B56E-D2EC8F2A80CB}" type="datetimeFigureOut">
              <a:rPr lang="de-AT" smtClean="0"/>
              <a:t>05.05.2026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589E5-3A5D-FF32-1D80-DF7A4EC94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0A90F-3471-5D78-69C4-3D747E8E9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C048-A73D-4325-BC13-263E23057C7B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41070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86A14D-AFCB-7C3F-BC42-B56D95B157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D68458-1E97-32BF-AF79-136F0EFA6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5BE5D-47CE-271F-7B56-90BFE9405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359EF-97D3-4CBF-B56E-D2EC8F2A80CB}" type="datetimeFigureOut">
              <a:rPr lang="de-AT" smtClean="0"/>
              <a:t>05.05.2026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13C70-5B86-857A-9933-3DFE7107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EC90D-408D-F3D2-87DC-15AFFC9B7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C048-A73D-4325-BC13-263E23057C7B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81598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0F8345-0172-6CE0-AD85-75657815E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840941-D4FF-447D-4753-ABF048FF2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07245-68C8-A146-14DE-79AE1090BF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E359EF-97D3-4CBF-B56E-D2EC8F2A80CB}" type="datetimeFigureOut">
              <a:rPr lang="de-AT" smtClean="0"/>
              <a:t>05.05.2026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62E90-87D7-4A12-D303-8048E56D09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4A815-7000-E5EC-BD51-A12D69D24F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45C048-A73D-4325-BC13-263E23057C7B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13297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F50A7C7-B406-7292-39B9-9C52F5B94C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52734" y="252482"/>
            <a:ext cx="5659270" cy="32729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CD7BC9-E4F3-355C-B0DD-DAB8AEEC58DE}"/>
              </a:ext>
            </a:extLst>
          </p:cNvPr>
          <p:cNvSpPr txBox="1"/>
          <p:nvPr/>
        </p:nvSpPr>
        <p:spPr>
          <a:xfrm>
            <a:off x="0" y="0"/>
            <a:ext cx="1105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/>
              <a:t>A</a:t>
            </a:r>
            <a:endParaRPr lang="de-AT" sz="3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57D025-766B-C7C0-E769-4BE930DCB6E7}"/>
              </a:ext>
            </a:extLst>
          </p:cNvPr>
          <p:cNvSpPr txBox="1"/>
          <p:nvPr/>
        </p:nvSpPr>
        <p:spPr>
          <a:xfrm>
            <a:off x="0" y="3429000"/>
            <a:ext cx="1105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/>
              <a:t>C</a:t>
            </a:r>
            <a:endParaRPr lang="de-AT" sz="3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204812-5092-BFF0-9AF3-1B829119CD6A}"/>
              </a:ext>
            </a:extLst>
          </p:cNvPr>
          <p:cNvSpPr txBox="1"/>
          <p:nvPr/>
        </p:nvSpPr>
        <p:spPr>
          <a:xfrm>
            <a:off x="6891597" y="-4"/>
            <a:ext cx="1105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/>
              <a:t>B</a:t>
            </a:r>
            <a:endParaRPr lang="de-AT" sz="3600" b="1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545B419-10E3-495F-8E5A-5529CC2C9E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81570" y="174448"/>
            <a:ext cx="3436374" cy="3429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2E0B0AC-0C0B-CC9D-CBD6-91CD891A36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734" y="3777899"/>
            <a:ext cx="3009071" cy="308010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13BFB87-9BA6-E88E-4B4D-339BF85E6065}"/>
              </a:ext>
            </a:extLst>
          </p:cNvPr>
          <p:cNvSpPr txBox="1"/>
          <p:nvPr/>
        </p:nvSpPr>
        <p:spPr>
          <a:xfrm>
            <a:off x="3445799" y="3428999"/>
            <a:ext cx="1105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/>
              <a:t>D</a:t>
            </a:r>
            <a:endParaRPr lang="de-AT" sz="3600" b="1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05F25AFD-DB49-6270-2E00-F7612EE41E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98533" y="3777898"/>
            <a:ext cx="3028117" cy="30801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EA56C64-48AE-00CA-7BE1-966EFA81720E}"/>
              </a:ext>
            </a:extLst>
          </p:cNvPr>
          <p:cNvSpPr txBox="1"/>
          <p:nvPr/>
        </p:nvSpPr>
        <p:spPr>
          <a:xfrm>
            <a:off x="6891598" y="3428998"/>
            <a:ext cx="1105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/>
              <a:t>E</a:t>
            </a:r>
            <a:endParaRPr lang="de-AT" sz="3600" b="1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429C2DA4-5BCE-B0AD-7EA9-E493330A84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63378" y="3777898"/>
            <a:ext cx="3154566" cy="308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539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Birklbauer Micha</dc:creator>
  <cp:lastModifiedBy>Birklbauer Micha</cp:lastModifiedBy>
  <cp:revision>3</cp:revision>
  <dcterms:created xsi:type="dcterms:W3CDTF">2025-11-19T13:14:18Z</dcterms:created>
  <dcterms:modified xsi:type="dcterms:W3CDTF">2026-05-05T11:33:51Z</dcterms:modified>
</cp:coreProperties>
</file>