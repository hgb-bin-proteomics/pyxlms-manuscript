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7" autoAdjust="0"/>
    <p:restoredTop sz="94660"/>
  </p:normalViewPr>
  <p:slideViewPr>
    <p:cSldViewPr snapToGrid="0">
      <p:cViewPr>
        <p:scale>
          <a:sx n="75" d="100"/>
          <a:sy n="75" d="100"/>
        </p:scale>
        <p:origin x="5010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A3AC5-7754-486D-818F-ECE3CDF0DA06}" type="datetimeFigureOut">
              <a:rPr lang="de-AT" smtClean="0"/>
              <a:t>29.11.2025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7E38-C7DA-449E-AC04-E81A7A1171E1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88640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A3AC5-7754-486D-818F-ECE3CDF0DA06}" type="datetimeFigureOut">
              <a:rPr lang="de-AT" smtClean="0"/>
              <a:t>29.11.2025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7E38-C7DA-449E-AC04-E81A7A1171E1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49685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A3AC5-7754-486D-818F-ECE3CDF0DA06}" type="datetimeFigureOut">
              <a:rPr lang="de-AT" smtClean="0"/>
              <a:t>29.11.2025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7E38-C7DA-449E-AC04-E81A7A1171E1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25578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A3AC5-7754-486D-818F-ECE3CDF0DA06}" type="datetimeFigureOut">
              <a:rPr lang="de-AT" smtClean="0"/>
              <a:t>29.11.2025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7E38-C7DA-449E-AC04-E81A7A1171E1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16192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A3AC5-7754-486D-818F-ECE3CDF0DA06}" type="datetimeFigureOut">
              <a:rPr lang="de-AT" smtClean="0"/>
              <a:t>29.11.2025</a:t>
            </a:fld>
            <a:endParaRPr lang="de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7E38-C7DA-449E-AC04-E81A7A1171E1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443485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A3AC5-7754-486D-818F-ECE3CDF0DA06}" type="datetimeFigureOut">
              <a:rPr lang="de-AT" smtClean="0"/>
              <a:t>29.11.2025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7E38-C7DA-449E-AC04-E81A7A1171E1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67306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A3AC5-7754-486D-818F-ECE3CDF0DA06}" type="datetimeFigureOut">
              <a:rPr lang="de-AT" smtClean="0"/>
              <a:t>29.11.2025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7E38-C7DA-449E-AC04-E81A7A1171E1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66516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A3AC5-7754-486D-818F-ECE3CDF0DA06}" type="datetimeFigureOut">
              <a:rPr lang="de-AT" smtClean="0"/>
              <a:t>29.11.2025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7E38-C7DA-449E-AC04-E81A7A1171E1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09985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A3AC5-7754-486D-818F-ECE3CDF0DA06}" type="datetimeFigureOut">
              <a:rPr lang="de-AT" smtClean="0"/>
              <a:t>29.11.2025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7E38-C7DA-449E-AC04-E81A7A1171E1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77069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A3AC5-7754-486D-818F-ECE3CDF0DA06}" type="datetimeFigureOut">
              <a:rPr lang="de-AT" smtClean="0"/>
              <a:t>29.11.2025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7E38-C7DA-449E-AC04-E81A7A1171E1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65864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A3AC5-7754-486D-818F-ECE3CDF0DA06}" type="datetimeFigureOut">
              <a:rPr lang="de-AT" smtClean="0"/>
              <a:t>29.11.2025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7E38-C7DA-449E-AC04-E81A7A1171E1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66859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EA3AC5-7754-486D-818F-ECE3CDF0DA06}" type="datetimeFigureOut">
              <a:rPr lang="de-AT" smtClean="0"/>
              <a:t>29.11.2025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417E38-C7DA-449E-AC04-E81A7A1171E1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95380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506DC475-6EFF-CD54-5821-0AF924CBFF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97317" y="-330602"/>
            <a:ext cx="6680200" cy="304523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FF031F8-9A0E-66F0-19E2-F0F97C671D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23777" y="95249"/>
            <a:ext cx="6680200" cy="304523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ADB8A56-E56B-96F4-44AF-B15F93801D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257301" y="1562522"/>
            <a:ext cx="6680200" cy="30452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C8567C-5F67-8F24-1F9C-C2B7009EFD5A}"/>
              </a:ext>
            </a:extLst>
          </p:cNvPr>
          <p:cNvSpPr txBox="1"/>
          <p:nvPr/>
        </p:nvSpPr>
        <p:spPr>
          <a:xfrm>
            <a:off x="0" y="0"/>
            <a:ext cx="1105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/>
              <a:t>A</a:t>
            </a:r>
            <a:endParaRPr lang="de-AT" sz="3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C3E0D5-EEB2-C701-0EB0-388A1768A682}"/>
              </a:ext>
            </a:extLst>
          </p:cNvPr>
          <p:cNvSpPr txBox="1"/>
          <p:nvPr/>
        </p:nvSpPr>
        <p:spPr>
          <a:xfrm>
            <a:off x="0" y="1839521"/>
            <a:ext cx="1105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/>
              <a:t>C</a:t>
            </a:r>
            <a:endParaRPr lang="de-AT" sz="3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7F6766-0CCD-FA13-4A66-FB0E6CC12737}"/>
              </a:ext>
            </a:extLst>
          </p:cNvPr>
          <p:cNvSpPr txBox="1"/>
          <p:nvPr/>
        </p:nvSpPr>
        <p:spPr>
          <a:xfrm>
            <a:off x="3429000" y="0"/>
            <a:ext cx="1105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/>
              <a:t>B</a:t>
            </a:r>
            <a:endParaRPr lang="de-AT" sz="3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CEC5A9-1D0E-F120-1443-81C10E6A36E6}"/>
              </a:ext>
            </a:extLst>
          </p:cNvPr>
          <p:cNvSpPr txBox="1"/>
          <p:nvPr/>
        </p:nvSpPr>
        <p:spPr>
          <a:xfrm>
            <a:off x="0" y="0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xiVIEW: pLink</a:t>
            </a:r>
            <a:endParaRPr lang="de-AT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99A3B4-C812-8ED8-D19F-1FE417F93A8A}"/>
              </a:ext>
            </a:extLst>
          </p:cNvPr>
          <p:cNvSpPr txBox="1"/>
          <p:nvPr/>
        </p:nvSpPr>
        <p:spPr>
          <a:xfrm>
            <a:off x="3429000" y="0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xiVIEW: Scout</a:t>
            </a:r>
            <a:endParaRPr lang="de-AT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E2808C-0CFE-0753-1154-309D15FD0A7B}"/>
              </a:ext>
            </a:extLst>
          </p:cNvPr>
          <p:cNvSpPr txBox="1"/>
          <p:nvPr/>
        </p:nvSpPr>
        <p:spPr>
          <a:xfrm>
            <a:off x="0" y="1839521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xiVIEW: XlinkX</a:t>
            </a:r>
            <a:endParaRPr lang="de-AT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210C85-1D06-8305-F3E0-D8326EDED65D}"/>
              </a:ext>
            </a:extLst>
          </p:cNvPr>
          <p:cNvSpPr txBox="1"/>
          <p:nvPr/>
        </p:nvSpPr>
        <p:spPr>
          <a:xfrm>
            <a:off x="0" y="1526104"/>
            <a:ext cx="357188" cy="1692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de-DE" sz="500" b="1" dirty="0"/>
              <a:t>CAS9</a:t>
            </a:r>
            <a:endParaRPr lang="de-AT" sz="5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9CB7D7-DB88-995A-4517-F2BCD7A7C25E}"/>
              </a:ext>
            </a:extLst>
          </p:cNvPr>
          <p:cNvSpPr txBox="1"/>
          <p:nvPr/>
        </p:nvSpPr>
        <p:spPr>
          <a:xfrm>
            <a:off x="3329953" y="1526035"/>
            <a:ext cx="357188" cy="1692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de-DE" sz="500" b="1" dirty="0"/>
              <a:t>CAS9</a:t>
            </a:r>
            <a:endParaRPr lang="de-AT" sz="5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7074C8-BCB9-E7C2-AAC0-F9CFD7FCD99D}"/>
              </a:ext>
            </a:extLst>
          </p:cNvPr>
          <p:cNvSpPr txBox="1"/>
          <p:nvPr/>
        </p:nvSpPr>
        <p:spPr>
          <a:xfrm>
            <a:off x="0" y="3231349"/>
            <a:ext cx="357188" cy="1692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de-DE" sz="500" b="1" dirty="0"/>
              <a:t>CAS9</a:t>
            </a:r>
            <a:endParaRPr lang="de-AT" sz="500" b="1" dirty="0"/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A8230EF8-6CC9-31CA-5C43-9EC4A092DE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29000" y="7331458"/>
            <a:ext cx="3429000" cy="2574542"/>
          </a:xfrm>
          <a:prstGeom prst="rect">
            <a:avLst/>
          </a:prstGeom>
        </p:spPr>
      </p:pic>
      <p:pic>
        <p:nvPicPr>
          <p:cNvPr id="24" name="Picture 23" descr="A close-up of a structure&#10;&#10;AI-generated content may be incorrect.">
            <a:extLst>
              <a:ext uri="{FF2B5EF4-FFF2-40B4-BE49-F238E27FC236}">
                <a16:creationId xmlns:a16="http://schemas.microsoft.com/office/drawing/2014/main" id="{F56825EA-DA49-7453-BE0D-91F4A0CC251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714" y="3061479"/>
            <a:ext cx="6069571" cy="491230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933E683D-1CBF-5954-9782-8D959B31E97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" y="7331458"/>
            <a:ext cx="3429000" cy="2574542"/>
          </a:xfrm>
          <a:prstGeom prst="rect">
            <a:avLst/>
          </a:prstGeom>
        </p:spPr>
      </p:pic>
      <p:pic>
        <p:nvPicPr>
          <p:cNvPr id="28" name="Picture 27" descr="A close-up of a structure&#10;&#10;AI-generated content may be incorrect.">
            <a:extLst>
              <a:ext uri="{FF2B5EF4-FFF2-40B4-BE49-F238E27FC236}">
                <a16:creationId xmlns:a16="http://schemas.microsoft.com/office/drawing/2014/main" id="{FC24D286-3D03-D61E-6802-1FE573EA729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9224" y="3377918"/>
            <a:ext cx="4953000" cy="400862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17A4A9B-1115-17BC-3E80-D048D37B1CC9}"/>
              </a:ext>
            </a:extLst>
          </p:cNvPr>
          <p:cNvSpPr txBox="1"/>
          <p:nvPr/>
        </p:nvSpPr>
        <p:spPr>
          <a:xfrm>
            <a:off x="-1" y="3584654"/>
            <a:ext cx="1105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/>
              <a:t>E</a:t>
            </a:r>
            <a:endParaRPr lang="de-AT" sz="36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BEEE75-D7BD-A3AD-EB9B-E5791E3CB915}"/>
              </a:ext>
            </a:extLst>
          </p:cNvPr>
          <p:cNvSpPr txBox="1"/>
          <p:nvPr/>
        </p:nvSpPr>
        <p:spPr>
          <a:xfrm>
            <a:off x="3429000" y="3584654"/>
            <a:ext cx="1105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/>
              <a:t>F</a:t>
            </a:r>
            <a:endParaRPr lang="de-AT" sz="36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36BBCCF-4126-F8C8-7867-FB68EB30E775}"/>
              </a:ext>
            </a:extLst>
          </p:cNvPr>
          <p:cNvSpPr txBox="1"/>
          <p:nvPr/>
        </p:nvSpPr>
        <p:spPr>
          <a:xfrm>
            <a:off x="0" y="6740215"/>
            <a:ext cx="1105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/>
              <a:t>G</a:t>
            </a:r>
            <a:endParaRPr lang="de-AT" sz="36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41E5B5-5B54-6CE5-1EA4-1BB27114175E}"/>
              </a:ext>
            </a:extLst>
          </p:cNvPr>
          <p:cNvSpPr txBox="1"/>
          <p:nvPr/>
        </p:nvSpPr>
        <p:spPr>
          <a:xfrm>
            <a:off x="3428999" y="6740214"/>
            <a:ext cx="1105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/>
              <a:t>H</a:t>
            </a:r>
            <a:endParaRPr lang="de-AT" sz="3600" b="1" dirty="0"/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0FEED133-98BF-F6E9-A264-EB3B7FA5C6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19839"/>
              </p:ext>
            </p:extLst>
          </p:nvPr>
        </p:nvGraphicFramePr>
        <p:xfrm>
          <a:off x="3877131" y="2266825"/>
          <a:ext cx="2899779" cy="113175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66593">
                  <a:extLst>
                    <a:ext uri="{9D8B030D-6E8A-4147-A177-3AD203B41FA5}">
                      <a16:colId xmlns:a16="http://schemas.microsoft.com/office/drawing/2014/main" val="1235614983"/>
                    </a:ext>
                  </a:extLst>
                </a:gridCol>
                <a:gridCol w="966593">
                  <a:extLst>
                    <a:ext uri="{9D8B030D-6E8A-4147-A177-3AD203B41FA5}">
                      <a16:colId xmlns:a16="http://schemas.microsoft.com/office/drawing/2014/main" val="95974820"/>
                    </a:ext>
                  </a:extLst>
                </a:gridCol>
                <a:gridCol w="966593">
                  <a:extLst>
                    <a:ext uri="{9D8B030D-6E8A-4147-A177-3AD203B41FA5}">
                      <a16:colId xmlns:a16="http://schemas.microsoft.com/office/drawing/2014/main" val="1995468213"/>
                    </a:ext>
                  </a:extLst>
                </a:gridCol>
              </a:tblGrid>
              <a:tr h="226350">
                <a:tc>
                  <a:txBody>
                    <a:bodyPr/>
                    <a:lstStyle/>
                    <a:p>
                      <a:endParaRPr lang="de-AT" sz="800" dirty="0"/>
                    </a:p>
                  </a:txBody>
                  <a:tcPr marL="55813" marR="55813" marT="27906" marB="279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dirty="0"/>
                        <a:t>AlphaFold2</a:t>
                      </a:r>
                      <a:endParaRPr lang="de-AT" sz="800" dirty="0"/>
                    </a:p>
                  </a:txBody>
                  <a:tcPr marL="55813" marR="55813" marT="27906" marB="279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dirty="0"/>
                        <a:t>AlphaLink2</a:t>
                      </a:r>
                      <a:endParaRPr lang="de-AT" sz="800" dirty="0"/>
                    </a:p>
                  </a:txBody>
                  <a:tcPr marL="55813" marR="55813" marT="27906" marB="27906" anchor="ctr"/>
                </a:tc>
                <a:extLst>
                  <a:ext uri="{0D108BD9-81ED-4DB2-BD59-A6C34878D82A}">
                    <a16:rowId xmlns:a16="http://schemas.microsoft.com/office/drawing/2014/main" val="3359980511"/>
                  </a:ext>
                </a:extLst>
              </a:tr>
              <a:tr h="226350">
                <a:tc>
                  <a:txBody>
                    <a:bodyPr/>
                    <a:lstStyle/>
                    <a:p>
                      <a:r>
                        <a:rPr lang="de-DE" sz="800" dirty="0"/>
                        <a:t>mean XL length</a:t>
                      </a:r>
                      <a:endParaRPr lang="de-AT" sz="800" dirty="0"/>
                    </a:p>
                  </a:txBody>
                  <a:tcPr marL="55813" marR="55813" marT="27906" marB="27906" anchor="ctr"/>
                </a:tc>
                <a:tc>
                  <a:txBody>
                    <a:bodyPr/>
                    <a:lstStyle/>
                    <a:p>
                      <a:r>
                        <a:rPr lang="de-DE" sz="800" dirty="0"/>
                        <a:t>33.248 Å</a:t>
                      </a:r>
                      <a:endParaRPr lang="de-AT" sz="800" dirty="0"/>
                    </a:p>
                  </a:txBody>
                  <a:tcPr marL="55813" marR="55813" marT="27906" marB="27906" anchor="ctr"/>
                </a:tc>
                <a:tc>
                  <a:txBody>
                    <a:bodyPr/>
                    <a:lstStyle/>
                    <a:p>
                      <a:r>
                        <a:rPr lang="de-DE" sz="800" dirty="0"/>
                        <a:t>31.807 Å</a:t>
                      </a:r>
                      <a:endParaRPr lang="de-AT" sz="800" dirty="0"/>
                    </a:p>
                  </a:txBody>
                  <a:tcPr marL="55813" marR="55813" marT="27906" marB="27906" anchor="ctr"/>
                </a:tc>
                <a:extLst>
                  <a:ext uri="{0D108BD9-81ED-4DB2-BD59-A6C34878D82A}">
                    <a16:rowId xmlns:a16="http://schemas.microsoft.com/office/drawing/2014/main" val="214581965"/>
                  </a:ext>
                </a:extLst>
              </a:tr>
              <a:tr h="226350">
                <a:tc>
                  <a:txBody>
                    <a:bodyPr/>
                    <a:lstStyle/>
                    <a:p>
                      <a:r>
                        <a:rPr lang="de-DE" sz="800" dirty="0"/>
                        <a:t>median XL length</a:t>
                      </a:r>
                      <a:endParaRPr lang="de-AT" sz="800" dirty="0"/>
                    </a:p>
                  </a:txBody>
                  <a:tcPr marL="55813" marR="55813" marT="27906" marB="27906" anchor="ctr"/>
                </a:tc>
                <a:tc>
                  <a:txBody>
                    <a:bodyPr/>
                    <a:lstStyle/>
                    <a:p>
                      <a:r>
                        <a:rPr lang="de-DE" sz="800" dirty="0"/>
                        <a:t>28.670 Å</a:t>
                      </a:r>
                      <a:endParaRPr lang="de-AT" sz="800" dirty="0"/>
                    </a:p>
                  </a:txBody>
                  <a:tcPr marL="55813" marR="55813" marT="27906" marB="27906" anchor="ctr"/>
                </a:tc>
                <a:tc>
                  <a:txBody>
                    <a:bodyPr/>
                    <a:lstStyle/>
                    <a:p>
                      <a:r>
                        <a:rPr lang="de-DE" sz="800" dirty="0"/>
                        <a:t>23.917  Å</a:t>
                      </a:r>
                      <a:endParaRPr lang="de-AT" sz="800" dirty="0"/>
                    </a:p>
                  </a:txBody>
                  <a:tcPr marL="55813" marR="55813" marT="27906" marB="27906" anchor="ctr"/>
                </a:tc>
                <a:extLst>
                  <a:ext uri="{0D108BD9-81ED-4DB2-BD59-A6C34878D82A}">
                    <a16:rowId xmlns:a16="http://schemas.microsoft.com/office/drawing/2014/main" val="3330069950"/>
                  </a:ext>
                </a:extLst>
              </a:tr>
              <a:tr h="226350">
                <a:tc>
                  <a:txBody>
                    <a:bodyPr/>
                    <a:lstStyle/>
                    <a:p>
                      <a:r>
                        <a:rPr lang="de-DE" sz="800" dirty="0"/>
                        <a:t>Nr. XL satisfied</a:t>
                      </a:r>
                      <a:endParaRPr lang="de-AT" sz="800" dirty="0"/>
                    </a:p>
                  </a:txBody>
                  <a:tcPr marL="55813" marR="55813" marT="27906" marB="27906" anchor="ctr"/>
                </a:tc>
                <a:tc>
                  <a:txBody>
                    <a:bodyPr/>
                    <a:lstStyle/>
                    <a:p>
                      <a:r>
                        <a:rPr lang="de-DE" sz="800" dirty="0"/>
                        <a:t>16</a:t>
                      </a:r>
                      <a:endParaRPr lang="de-AT" sz="800" dirty="0"/>
                    </a:p>
                  </a:txBody>
                  <a:tcPr marL="55813" marR="55813" marT="27906" marB="27906" anchor="ctr"/>
                </a:tc>
                <a:tc>
                  <a:txBody>
                    <a:bodyPr/>
                    <a:lstStyle/>
                    <a:p>
                      <a:r>
                        <a:rPr lang="de-DE" sz="800" dirty="0"/>
                        <a:t>17</a:t>
                      </a:r>
                      <a:endParaRPr lang="de-AT" sz="800" dirty="0"/>
                    </a:p>
                  </a:txBody>
                  <a:tcPr marL="55813" marR="55813" marT="27906" marB="27906" anchor="ctr"/>
                </a:tc>
                <a:extLst>
                  <a:ext uri="{0D108BD9-81ED-4DB2-BD59-A6C34878D82A}">
                    <a16:rowId xmlns:a16="http://schemas.microsoft.com/office/drawing/2014/main" val="3725305843"/>
                  </a:ext>
                </a:extLst>
              </a:tr>
              <a:tr h="226350">
                <a:tc>
                  <a:txBody>
                    <a:bodyPr/>
                    <a:lstStyle/>
                    <a:p>
                      <a:r>
                        <a:rPr lang="de-DE" sz="800" dirty="0"/>
                        <a:t>Nr. XL violated</a:t>
                      </a:r>
                      <a:endParaRPr lang="de-AT" sz="800" dirty="0"/>
                    </a:p>
                  </a:txBody>
                  <a:tcPr marL="55813" marR="55813" marT="27906" marB="27906" anchor="ctr"/>
                </a:tc>
                <a:tc>
                  <a:txBody>
                    <a:bodyPr/>
                    <a:lstStyle/>
                    <a:p>
                      <a:r>
                        <a:rPr lang="de-DE" sz="800" dirty="0"/>
                        <a:t>11</a:t>
                      </a:r>
                      <a:endParaRPr lang="de-AT" sz="800" dirty="0"/>
                    </a:p>
                  </a:txBody>
                  <a:tcPr marL="55813" marR="55813" marT="27906" marB="27906" anchor="ctr"/>
                </a:tc>
                <a:tc>
                  <a:txBody>
                    <a:bodyPr/>
                    <a:lstStyle/>
                    <a:p>
                      <a:r>
                        <a:rPr lang="de-DE" sz="800" dirty="0"/>
                        <a:t>10</a:t>
                      </a:r>
                      <a:endParaRPr lang="de-AT" sz="800" dirty="0"/>
                    </a:p>
                  </a:txBody>
                  <a:tcPr marL="55813" marR="55813" marT="27906" marB="27906" anchor="ctr"/>
                </a:tc>
                <a:extLst>
                  <a:ext uri="{0D108BD9-81ED-4DB2-BD59-A6C34878D82A}">
                    <a16:rowId xmlns:a16="http://schemas.microsoft.com/office/drawing/2014/main" val="299801191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B8E7017F-1E90-BACE-E3CC-95EA283FCC41}"/>
              </a:ext>
            </a:extLst>
          </p:cNvPr>
          <p:cNvSpPr txBox="1"/>
          <p:nvPr/>
        </p:nvSpPr>
        <p:spPr>
          <a:xfrm>
            <a:off x="3428998" y="1839520"/>
            <a:ext cx="1105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/>
              <a:t>D</a:t>
            </a:r>
            <a:endParaRPr lang="de-AT" sz="36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B88778-B067-6B6E-80D3-5F3128BBCAE4}"/>
              </a:ext>
            </a:extLst>
          </p:cNvPr>
          <p:cNvSpPr txBox="1"/>
          <p:nvPr/>
        </p:nvSpPr>
        <p:spPr>
          <a:xfrm>
            <a:off x="-2" y="3584653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AlphaFold2 Structure</a:t>
            </a:r>
            <a:endParaRPr lang="de-AT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AB1515-BC2C-1AEE-53FF-FC0B7A7CE634}"/>
              </a:ext>
            </a:extLst>
          </p:cNvPr>
          <p:cNvSpPr txBox="1"/>
          <p:nvPr/>
        </p:nvSpPr>
        <p:spPr>
          <a:xfrm>
            <a:off x="3428998" y="3584653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AlphaLink2 Structure</a:t>
            </a:r>
            <a:endParaRPr lang="de-AT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E473B6B-04DD-EF16-F02F-DC31CC412475}"/>
              </a:ext>
            </a:extLst>
          </p:cNvPr>
          <p:cNvSpPr txBox="1"/>
          <p:nvPr/>
        </p:nvSpPr>
        <p:spPr>
          <a:xfrm>
            <a:off x="3428998" y="1838505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Structure Prediction</a:t>
            </a:r>
            <a:endParaRPr lang="de-AT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A8A837E-E529-02BD-5D10-06C894D977B0}"/>
              </a:ext>
            </a:extLst>
          </p:cNvPr>
          <p:cNvSpPr txBox="1"/>
          <p:nvPr/>
        </p:nvSpPr>
        <p:spPr>
          <a:xfrm>
            <a:off x="549563" y="7118619"/>
            <a:ext cx="27803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AlphaFold2 Crosslink Distances</a:t>
            </a:r>
            <a:endParaRPr lang="de-AT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276A7C-EE89-33A0-E7A2-7AB7530C7463}"/>
              </a:ext>
            </a:extLst>
          </p:cNvPr>
          <p:cNvSpPr txBox="1"/>
          <p:nvPr/>
        </p:nvSpPr>
        <p:spPr>
          <a:xfrm>
            <a:off x="3978563" y="7122063"/>
            <a:ext cx="27803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AlphaLink2 Crosslink Distances</a:t>
            </a:r>
            <a:endParaRPr lang="de-AT" sz="1400" dirty="0"/>
          </a:p>
        </p:txBody>
      </p:sp>
    </p:spTree>
    <p:extLst>
      <p:ext uri="{BB962C8B-B14F-4D97-AF65-F5344CB8AC3E}">
        <p14:creationId xmlns:p14="http://schemas.microsoft.com/office/powerpoint/2010/main" val="456548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60</Words>
  <Application>Microsoft Office PowerPoint</Application>
  <PresentationFormat>A4 Paper (210x297 mm)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Birklbauer Micha</dc:creator>
  <cp:lastModifiedBy>Birklbauer Micha</cp:lastModifiedBy>
  <cp:revision>4</cp:revision>
  <dcterms:created xsi:type="dcterms:W3CDTF">2025-11-29T17:35:09Z</dcterms:created>
  <dcterms:modified xsi:type="dcterms:W3CDTF">2025-11-29T19:54:01Z</dcterms:modified>
</cp:coreProperties>
</file>